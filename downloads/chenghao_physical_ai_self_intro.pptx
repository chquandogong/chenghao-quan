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e7d0f0113c4340" /><Relationship Type="http://schemas.openxmlformats.org/officeDocument/2006/relationships/extended-properties" Target="/docProps/app.xml" Id="R254cba11b2c6479a" /><Relationship Type="http://schemas.openxmlformats.org/officeDocument/2006/relationships/officeDocument" Target="/ppt/presentation.xml" Id="R5d42f00a5e6d4d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03eae87cb54bb8"/>
  </p:sldMasterIdLst>
  <p:notesMasterIdLst>
    <p:notesMasterId xmlns:r="http://schemas.openxmlformats.org/officeDocument/2006/relationships" r:id="R0ea5453d2058485d"/>
  </p:notesMasterIdLst>
  <p:sldIdLst>
    <p:sldId xmlns:r="http://schemas.openxmlformats.org/officeDocument/2006/relationships" id="256" r:id="R9907ba69ad434b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a54b268a944439" /><Relationship Type="http://schemas.openxmlformats.org/officeDocument/2006/relationships/slideMaster" Target="/ppt/slideMasters/slideMaster1.xml" Id="Rc203eae87cb54bb8" /><Relationship Type="http://schemas.openxmlformats.org/officeDocument/2006/relationships/notesMaster" Target="/ppt/notesMasters/notesMaster1.xml" Id="R0ea5453d2058485d" /><Relationship Type="http://schemas.openxmlformats.org/officeDocument/2006/relationships/presProps" Target="/ppt/presProps.xml" Id="R083331decdd54c6e" /><Relationship Type="http://schemas.openxmlformats.org/officeDocument/2006/relationships/tableStyles" Target="/ppt/tableStyles.xml" Id="R0364e899f3864a93" /><Relationship Type="http://schemas.openxmlformats.org/officeDocument/2006/relationships/slide" Target="/ppt/slides/slide1.xml" Id="R9907ba69ad434b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9d1c536bfd4f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e3f899980b4e6b" /><Relationship Type="http://schemas.openxmlformats.org/officeDocument/2006/relationships/notesMaster" Target="/ppt/notesMasters/notesMaster1.xml" Id="R2b5f1ff97ea044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안녕하세요, Dr. 권성호, QUAN CHENGHAO입니다. 저는 대학과 연구소에서 연구개발을 해왔고, 2020년 라이다에 대한 관심을 계기로 Dogu Robotics에 합류했습니다.</a:t>
            </a:r>
          </a:p>
          <a:p xmlns:a="http://schemas.openxmlformats.org/drawingml/2006/main">
            <a:r>
              <a:t>처음에는 SW팀을 시작으로 SW본부, 개발 랩장, 연구소장, CTO 역할까지 거쳤고, 2026년 초부터는 Google X를 모델로 한 Dogu X 조직을 만들어 이끌고 있습니다.</a:t>
            </a:r>
          </a:p>
          <a:p xmlns:a="http://schemas.openxmlformats.org/drawingml/2006/main">
            <a:r>
              <a:t>지금은 4족 4휠 로봇과 로봇팔, 그리고 순찰 보안 로봇의 실제 서비스화를 다루고 있습니다. 기존에는 휠 기반 순찰 보안 로봇과 관제서비스를 개발하고 운영해왔고, 현재 전국에 130대 로봇이 실제 현장에서 운영되고 있습니다.</a:t>
            </a:r>
          </a:p>
          <a:p xmlns:a="http://schemas.openxmlformats.org/drawingml/2006/main">
            <a:r>
              <a:t>저는 AI 시대에 개발 방식뿐 아니라 물리보안의 현장 운영 방식도 크게 바뀔 것이라고 봅니다. 그래서 이 과정에서 VLM/VLA, 강화학습, 로봇 지능과 보안 관점의 인사이트를 배우고 싶습니다.</a:t>
            </a:r>
          </a:p>
          <a:p xmlns:a="http://schemas.openxmlformats.org/drawingml/2006/main">
            <a:r>
              <a:t>함께 참여하는 분들과는 현장 운영 경험과 시행착오를 편하게 나누고, Physical AI 기반 로봇 보안 시나리오도 같이 이야기해보고 싶습니다. 궁극적으로는 순찰 보안 로봇 분야에서 Top 1이 되는 것이 목표입니다. 감사합니다.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5bd6c8f0740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60e6516cb5484b" /><Relationship Type="http://schemas.openxmlformats.org/officeDocument/2006/relationships/slideLayout" Target="/ppt/slideLayouts/slideLayout1.xml" Id="R0abc94bae1c546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bc94bae1c546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28d9dea1e483b" /><Relationship Type="http://schemas.openxmlformats.org/officeDocument/2006/relationships/image" Target="/ppt/media/image.png" Id="R291468ffb5d14d39" /><Relationship Type="http://schemas.openxmlformats.org/officeDocument/2006/relationships/image" Target="/ppt/media/image2.png" Id="R9c3d300157e44d6f" /><Relationship Type="http://schemas.openxmlformats.org/officeDocument/2006/relationships/notesSlide" Target="/ppt/notesSlides/notesSlide1.xml" Id="R7de60b57ffdf4b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468ffb5d14d3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left-readability-gradient">
            <a:extLst xmlns:a="http://schemas.openxmlformats.org/drawingml/2006/main">
              <a:ext uri="{FF2B5EF4-FFF2-40B4-BE49-F238E27FC236}">
                <a16:creationId xmlns:a16="http://schemas.microsoft.com/office/drawing/2014/main" id="{72970C16-EAFD-4E7B-BA53-27E52A64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867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8000">
                <a:srgbClr val="FFFFFF">
                  <a:alpha val="98000"/>
                </a:srgbClr>
              </a:gs>
              <a:gs pos="78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bottom-blue-accent">
            <a:extLst xmlns:a="http://schemas.openxmlformats.org/drawingml/2006/main">
              <a:ext uri="{FF2B5EF4-FFF2-40B4-BE49-F238E27FC236}">
                <a16:creationId xmlns:a16="http://schemas.microsoft.com/office/drawing/2014/main" id="{EF3CE949-8B9B-46CE-9BD9-EB7FF579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957"/>
              </a:gs>
              <a:gs pos="50000">
                <a:srgbClr val="1238C8"/>
              </a:gs>
              <a:gs pos="100000">
                <a:srgbClr val="06B6D4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program-eyebrow">
            <a:extLst xmlns:a="http://schemas.openxmlformats.org/drawingml/2006/main">
              <a:ext uri="{FF2B5EF4-FFF2-40B4-BE49-F238E27FC236}">
                <a16:creationId xmlns:a16="http://schemas.microsoft.com/office/drawing/2014/main" id="{718DEC17-B537-4BFD-A2CF-C8D16DE8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8C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38C8"/>
                </a:solidFill>
                <a:latin typeface="Malgun Gothic"/>
                <a:ea typeface="Malgun Gothic"/>
                <a:cs typeface="Malgun Gothic"/>
              </a:rPr>
              <a:t>피지컬 AI 전문인재양성 · 자기소개</a:t>
            </a:r>
          </a:p>
        </p:txBody>
      </p:sp>
      <p:sp>
        <p:nvSpPr>
          <p:cNvPr id="5" name="main-title">
            <a:extLst xmlns:a="http://schemas.openxmlformats.org/drawingml/2006/main">
              <a:ext uri="{FF2B5EF4-FFF2-40B4-BE49-F238E27FC236}">
                <a16:creationId xmlns:a16="http://schemas.microsoft.com/office/drawing/2014/main" id="{7AE07AB0-4576-4231-9F3B-E9A85DCB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6572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061330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061330"/>
                </a:solidFill>
                <a:latin typeface="Malgun Gothic"/>
                <a:ea typeface="Malgun Gothic"/>
                <a:cs typeface="Malgun Gothic"/>
              </a:rPr>
              <a:t>AI 시대,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061330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061330"/>
                </a:solidFill>
                <a:latin typeface="Malgun Gothic"/>
                <a:ea typeface="Malgun Gothic"/>
                <a:cs typeface="Malgun Gothic"/>
              </a:rPr>
              <a:t>순찰 보안 로봇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061330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061330"/>
                </a:solidFill>
                <a:latin typeface="Malgun Gothic"/>
                <a:ea typeface="Malgun Gothic"/>
                <a:cs typeface="Malgun Gothic"/>
              </a:rPr>
              <a:t>Top 1을 향해</a:t>
            </a:r>
          </a:p>
        </p:txBody>
      </p:sp>
      <p:sp>
        <p:nvSpPr>
          <p:cNvPr id="6" name="person-line">
            <a:extLst xmlns:a="http://schemas.openxmlformats.org/drawingml/2006/main">
              <a:ext uri="{FF2B5EF4-FFF2-40B4-BE49-F238E27FC236}">
                <a16:creationId xmlns:a16="http://schemas.microsoft.com/office/drawing/2014/main" id="{7DB15EEE-AB82-4AF4-8C14-A8091FE0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C2A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C2A78"/>
                </a:solidFill>
                <a:latin typeface="Malgun Gothic"/>
                <a:ea typeface="Malgun Gothic"/>
                <a:cs typeface="Malgun Gothic"/>
              </a:rPr>
              <a:t>Dr. 권성호 (QUAN CHENGHAO)  |  Dogu Robotics · Dogu X</a:t>
            </a:r>
          </a:p>
        </p:txBody>
      </p:sp>
      <p:sp>
        <p:nvSpPr>
          <p:cNvPr id="7" name="short-intro">
            <a:extLst xmlns:a="http://schemas.openxmlformats.org/drawingml/2006/main">
              <a:ext uri="{FF2B5EF4-FFF2-40B4-BE49-F238E27FC236}">
                <a16:creationId xmlns:a16="http://schemas.microsoft.com/office/drawing/2014/main" id="{F8A86064-24B7-4293-86E3-0189A1FE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3142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314260"/>
                </a:solidFill>
                <a:latin typeface="Malgun Gothic"/>
                <a:ea typeface="Malgun Gothic"/>
                <a:cs typeface="Malgun Gothic"/>
              </a:rPr>
              <a:t>2020년 Dogu Robotics 합류 후 SW 조직과 연구소, CTO를 거쳐 2026년 초부터 Dogu X를 이끌고 있습니다.</a:t>
            </a:r>
          </a:p>
        </p:txBody>
      </p:sp>
      <p:sp>
        <p:nvSpPr>
          <p:cNvPr id="8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B521A37B-9F94-4D94-89C2-8A8C3687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7E6"/>
            </a:solidFill>
            <a:prstDash val="solid"/>
          </a:ln>
        </p:spPr>
      </p:sp>
      <p:sp>
        <p:nvSpPr>
          <p:cNvPr id="9" name="label-현재">
            <a:extLst xmlns:a="http://schemas.openxmlformats.org/drawingml/2006/main">
              <a:ext uri="{FF2B5EF4-FFF2-40B4-BE49-F238E27FC236}">
                <a16:creationId xmlns:a16="http://schemas.microsoft.com/office/drawing/2014/main" id="{7116FCD2-27B1-410F-A71C-089BF4C7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23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238C8"/>
                </a:solidFill>
                <a:latin typeface="Malgun Gothic"/>
                <a:ea typeface="Malgun Gothic"/>
                <a:cs typeface="Malgun Gothic"/>
              </a:rPr>
              <a:t>현재</a:t>
            </a:r>
          </a:p>
        </p:txBody>
      </p:sp>
      <p:sp>
        <p:nvSpPr>
          <p:cNvPr id="10" name="value-현재">
            <a:extLst xmlns:a="http://schemas.openxmlformats.org/drawingml/2006/main">
              <a:ext uri="{FF2B5EF4-FFF2-40B4-BE49-F238E27FC236}">
                <a16:creationId xmlns:a16="http://schemas.microsoft.com/office/drawing/2014/main" id="{0AA4DFD5-3B5C-4137-9CF4-5A78127A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B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B2B4D"/>
                </a:solidFill>
                <a:latin typeface="Malgun Gothic"/>
                <a:ea typeface="Malgun Gothic"/>
                <a:cs typeface="Malgun Gothic"/>
              </a:rPr>
              <a:t>4족 4휠 로봇, 로봇팔, 순찰 보안 로봇과 관제서비스</a:t>
            </a:r>
          </a:p>
        </p:txBody>
      </p:sp>
      <p:sp>
        <p:nvSpPr>
          <p:cNvPr id="11" name="label-운영">
            <a:extLst xmlns:a="http://schemas.openxmlformats.org/drawingml/2006/main">
              <a:ext uri="{FF2B5EF4-FFF2-40B4-BE49-F238E27FC236}">
                <a16:creationId xmlns:a16="http://schemas.microsoft.com/office/drawing/2014/main" id="{0DC02289-FD66-485B-AB75-181F27F7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23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238C8"/>
                </a:solidFill>
                <a:latin typeface="Malgun Gothic"/>
                <a:ea typeface="Malgun Gothic"/>
                <a:cs typeface="Malgun Gothic"/>
              </a:rPr>
              <a:t>운영</a:t>
            </a:r>
          </a:p>
        </p:txBody>
      </p:sp>
      <p:sp>
        <p:nvSpPr>
          <p:cNvPr id="12" name="value-운영">
            <a:extLst xmlns:a="http://schemas.openxmlformats.org/drawingml/2006/main">
              <a:ext uri="{FF2B5EF4-FFF2-40B4-BE49-F238E27FC236}">
                <a16:creationId xmlns:a16="http://schemas.microsoft.com/office/drawing/2014/main" id="{65549345-C929-49B3-BFB3-2B59D6D6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386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B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B2B4D"/>
                </a:solidFill>
                <a:latin typeface="Malgun Gothic"/>
                <a:ea typeface="Malgun Gothic"/>
                <a:cs typeface="Malgun Gothic"/>
              </a:rPr>
              <a:t>전국 130대 로봇 실운영 경험과 현장 배포 노하우</a:t>
            </a:r>
          </a:p>
        </p:txBody>
      </p:sp>
      <p:sp>
        <p:nvSpPr>
          <p:cNvPr id="13" name="label-학습">
            <a:extLst xmlns:a="http://schemas.openxmlformats.org/drawingml/2006/main">
              <a:ext uri="{FF2B5EF4-FFF2-40B4-BE49-F238E27FC236}">
                <a16:creationId xmlns:a16="http://schemas.microsoft.com/office/drawing/2014/main" id="{36D9C36E-E19C-4118-820D-BD3F96CA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23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238C8"/>
                </a:solidFill>
                <a:latin typeface="Malgun Gothic"/>
                <a:ea typeface="Malgun Gothic"/>
                <a:cs typeface="Malgun Gothic"/>
              </a:rPr>
              <a:t>학습</a:t>
            </a:r>
          </a:p>
        </p:txBody>
      </p:sp>
      <p:sp>
        <p:nvSpPr>
          <p:cNvPr id="14" name="value-학습">
            <a:extLst xmlns:a="http://schemas.openxmlformats.org/drawingml/2006/main">
              <a:ext uri="{FF2B5EF4-FFF2-40B4-BE49-F238E27FC236}">
                <a16:creationId xmlns:a16="http://schemas.microsoft.com/office/drawing/2014/main" id="{1F60B451-B4A8-48B3-8AC3-D9FB30A8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387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B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B2B4D"/>
                </a:solidFill>
                <a:latin typeface="Malgun Gothic"/>
                <a:ea typeface="Malgun Gothic"/>
                <a:cs typeface="Malgun Gothic"/>
              </a:rPr>
              <a:t>VLM/VLA, 강화학습, 로봇 지능, 보안 관점의 Physical AI</a:t>
            </a:r>
          </a:p>
        </p:txBody>
      </p:sp>
      <p:sp>
        <p:nvSpPr>
          <p:cNvPr id="15" name="label-공유">
            <a:extLst xmlns:a="http://schemas.openxmlformats.org/drawingml/2006/main">
              <a:ext uri="{FF2B5EF4-FFF2-40B4-BE49-F238E27FC236}">
                <a16:creationId xmlns:a16="http://schemas.microsoft.com/office/drawing/2014/main" id="{6C7F86D1-4556-40EB-88E7-67EF1B0A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23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238C8"/>
                </a:solidFill>
                <a:latin typeface="Malgun Gothic"/>
                <a:ea typeface="Malgun Gothic"/>
                <a:cs typeface="Malgun Gothic"/>
              </a:rPr>
              <a:t>공유</a:t>
            </a:r>
          </a:p>
        </p:txBody>
      </p:sp>
      <p:sp>
        <p:nvSpPr>
          <p:cNvPr id="16" name="value-공유">
            <a:extLst xmlns:a="http://schemas.openxmlformats.org/drawingml/2006/main">
              <a:ext uri="{FF2B5EF4-FFF2-40B4-BE49-F238E27FC236}">
                <a16:creationId xmlns:a16="http://schemas.microsoft.com/office/drawing/2014/main" id="{D8F54508-BD51-4758-9CD3-90FF2DD1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387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1B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B2B4D"/>
                </a:solidFill>
                <a:latin typeface="Malgun Gothic"/>
                <a:ea typeface="Malgun Gothic"/>
                <a:cs typeface="Malgun Gothic"/>
              </a:rPr>
              <a:t>개발 방식 전환과 물리보안 현장의 변화, 실제 운영 시행착오</a:t>
            </a:r>
          </a:p>
        </p:txBody>
      </p:sp>
      <p:sp>
        <p:nvSpPr>
          <p:cNvPr id="17" name="goal-callout">
            <a:extLst xmlns:a="http://schemas.openxmlformats.org/drawingml/2006/main">
              <a:ext uri="{FF2B5EF4-FFF2-40B4-BE49-F238E27FC236}">
                <a16:creationId xmlns:a16="http://schemas.microsoft.com/office/drawing/2014/main" id="{4746266F-4879-47C3-BDCA-5126763D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590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957"/>
          </a:solidFill>
          <a:ln xmlns:a="http://schemas.openxmlformats.org/drawingml/2006/main" w="0">
            <a:solidFill>
              <a:srgbClr val="071957"/>
            </a:solidFill>
            <a:prstDash val="solid"/>
          </a:ln>
        </p:spPr>
      </p:sp>
      <p:sp>
        <p:nvSpPr>
          <p:cNvPr id="18" name="goal-copy">
            <a:extLst xmlns:a="http://schemas.openxmlformats.org/drawingml/2006/main">
              <a:ext uri="{FF2B5EF4-FFF2-40B4-BE49-F238E27FC236}">
                <a16:creationId xmlns:a16="http://schemas.microsoft.com/office/drawing/2014/main" id="{C9D9CF6C-069E-4A35-9BE6-2EBA4DCC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341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배우고 실험하며, 순찰 보안 로봇의 기준을 만들겠습니다.</a:t>
            </a:r>
          </a:p>
        </p:txBody>
      </p:sp>
      <p:sp>
        <p:nvSpPr>
          <p:cNvPr id="19" name="qr-white-frame">
            <a:extLst xmlns:a="http://schemas.openxmlformats.org/drawingml/2006/main">
              <a:ext uri="{FF2B5EF4-FFF2-40B4-BE49-F238E27FC236}">
                <a16:creationId xmlns:a16="http://schemas.microsoft.com/office/drawing/2014/main" id="{69063B68-F8F5-4E95-B013-A5E1F210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24400"/>
            <a:ext cx="1352550" cy="15811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1430">
            <a:solidFill>
              <a:srgbClr val="D8E3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d300157e44d6f"/>
          <a:stretch xmlns:a="http://schemas.openxmlformats.org/drawingml/2006/main"/>
        </p:blipFill>
        <p:spPr>
          <a:xfrm xmlns:a="http://schemas.openxmlformats.org/drawingml/2006/main">
            <a:off x="10306050" y="4838700"/>
            <a:ext cx="1085850" cy="1085850"/>
          </a:xfrm>
          <a:prstGeom xmlns:a="http://schemas.openxmlformats.org/drawingml/2006/main" prst="rect">
            <a:avLst/>
          </a:prstGeom>
        </p:spPr>
      </p:pic>
      <p:sp>
        <p:nvSpPr>
          <p:cNvPr id="21" name="qr-caption">
            <a:extLst xmlns:a="http://schemas.openxmlformats.org/drawingml/2006/main">
              <a:ext uri="{FF2B5EF4-FFF2-40B4-BE49-F238E27FC236}">
                <a16:creationId xmlns:a16="http://schemas.microsoft.com/office/drawing/2014/main" id="{B5847CE7-67CE-4D94-9A17-B6004789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99122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081A4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81A4F"/>
                </a:solidFill>
                <a:latin typeface="Malgun Gothic"/>
                <a:ea typeface="Malgun Gothic"/>
                <a:cs typeface="Malgun Gothic"/>
              </a:rPr>
              <a:t>자세한 소개 / 연락</a:t>
            </a:r>
          </a:p>
        </p:txBody>
      </p:sp>
      <p:sp>
        <p:nvSpPr>
          <p:cNvPr id="22" name="qr-url">
            <a:extLst xmlns:a="http://schemas.openxmlformats.org/drawingml/2006/main">
              <a:ext uri="{FF2B5EF4-FFF2-40B4-BE49-F238E27FC236}">
                <a16:creationId xmlns:a16="http://schemas.microsoft.com/office/drawing/2014/main" id="{185C8393-1518-4F8D-96B6-FE6D3980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6172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38" b="0">
                <a:solidFill>
                  <a:srgbClr val="4D607D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4D607D"/>
                </a:solidFill>
                <a:latin typeface="Malgun Gothic"/>
                <a:ea typeface="Malgun Gothic"/>
                <a:cs typeface="Malgun Gothic"/>
              </a:rPr>
              <a:t>github.io/CHENGHAO-QUAN</a:t>
            </a:r>
          </a:p>
        </p:txBody>
      </p:sp>
    </p:spTree>
    <p:extLst>
      <p:ext uri="{BB962C8B-B14F-4D97-AF65-F5344CB8AC3E}">
        <p14:creationId xmlns:p14="http://schemas.microsoft.com/office/powerpoint/2010/main" val="2138845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2026-07-03T10:02:04.5980000Z</dcterms:created>
  <dcterms:modified xsi:type="dcterms:W3CDTF">2026-07-03T10:02:04.5990000Z</dcterms:modified>
</coreProperties>
</file>