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0131060e20469d" /><Relationship Type="http://schemas.openxmlformats.org/officeDocument/2006/relationships/extended-properties" Target="/docProps/app.xml" Id="R6191ff708ce143ed" /><Relationship Type="http://schemas.openxmlformats.org/officeDocument/2006/relationships/officeDocument" Target="/ppt/presentation.xml" Id="Re05652e7d20845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cc55cd6204423d"/>
  </p:sldMasterIdLst>
  <p:notesMasterIdLst>
    <p:notesMasterId xmlns:r="http://schemas.openxmlformats.org/officeDocument/2006/relationships" r:id="Rf9fa7692892f495a"/>
  </p:notesMasterIdLst>
  <p:sldIdLst>
    <p:sldId xmlns:r="http://schemas.openxmlformats.org/officeDocument/2006/relationships" id="256" r:id="R8f8e5f8a569e4c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09016af3fc4ace" /><Relationship Type="http://schemas.openxmlformats.org/officeDocument/2006/relationships/slideMaster" Target="/ppt/slideMasters/slideMaster1.xml" Id="Reacc55cd6204423d" /><Relationship Type="http://schemas.openxmlformats.org/officeDocument/2006/relationships/notesMaster" Target="/ppt/notesMasters/notesMaster1.xml" Id="Rf9fa7692892f495a" /><Relationship Type="http://schemas.openxmlformats.org/officeDocument/2006/relationships/presProps" Target="/ppt/presProps.xml" Id="R6b8958a4ee4044ed" /><Relationship Type="http://schemas.openxmlformats.org/officeDocument/2006/relationships/tableStyles" Target="/ppt/tableStyles.xml" Id="R0c746d7b3de64b13" /><Relationship Type="http://schemas.openxmlformats.org/officeDocument/2006/relationships/slide" Target="/ppt/slides/slide1.xml" Id="R8f8e5f8a569e4c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14c8b1dbde45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bda5c2806f44f2" /><Relationship Type="http://schemas.openxmlformats.org/officeDocument/2006/relationships/notesMaster" Target="/ppt/notesMasters/notesMaster1.xml" Id="R92b1a7f9190c45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大家好，我是Dr. QUAN CHENGHAO，韩文姓名是권성호。此前，我一直在大学和研究机构从事研发工作。出于对激光雷达的兴趣，我于2020年加入Dogu Robotics，先后在软件团队、软件事业部任职，并担任开发实验室负责人、研究所所长及CTO。自2026年初起，我创建并领导以Google X为参考的Dogu X团队。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过去，我持续主导轮式巡逻安防机器人及监控调度服务的研发，并积累了在韩国各地实际运营130台机器人的经验。目前，我重点探索四足四轮机器人与机械臂的物理AI应用。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我认为，AI不仅正在改变软件开发方式，也将深刻改变物理安防的运营模式。为了积极参与这一转变，我正在探索VLM/VLA、强化学习与机器人智能，关注如何将新技术用于解决真实场景中的问题。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希望分享机器人部署和运营中的经验与教训，与不同领域的伙伴一起讨论并验证新的巡逻安防应用场景。我的目标是成为巡逻安防机器人领域的第一。欢迎扫描二维码，随时与我交流机器人运营或合作想法。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Profile: https://chquandogong.github.io/CHENGHAO-QUAN/?lang=zh</a:t>
            </a:r>
          </a:p>
          <a:p xmlns:a="http://schemas.openxmlformats.org/drawingml/2006/main">
            <a:r>
              <a:t>LinkedIn: https://www.linkedin.com/in/chenghao-quan/</a:t>
            </a:r>
          </a:p>
          <a:p xmlns:a="http://schemas.openxmlformats.org/drawingml/2006/main">
            <a:r>
              <a:t>Company: https://www.dogurobotics.com/</a:t>
            </a:r>
          </a:p>
          <a:p xmlns:a="http://schemas.openxmlformats.org/drawingml/2006/main">
            <a:r>
              <a:t>Biography and operating figures supplied by the presenter. Background: AI-generated concept illustration, not a product photograph.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929dc221b041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31d74fb0cf484d" /><Relationship Type="http://schemas.openxmlformats.org/officeDocument/2006/relationships/slideLayout" Target="/ppt/slideLayouts/slideLayout1.xml" Id="R0f7dfacf127146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7dfacf127146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244bcb8e64ab8" /><Relationship Type="http://schemas.openxmlformats.org/officeDocument/2006/relationships/image" Target="/ppt/media/image.png" Id="Rd54688ee5fd84bcb" /><Relationship Type="http://schemas.openxmlformats.org/officeDocument/2006/relationships/image" Target="/ppt/media/image2.png" Id="R99a12d17cab44411" /><Relationship Type="http://schemas.openxmlformats.org/officeDocument/2006/relationships/notesSlide" Target="/ppt/notesSlides/notesSlide1.xml" Id="Rb546efcbe87c46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688ee5fd84bc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readability-gradient">
            <a:extLst xmlns:a="http://schemas.openxmlformats.org/drawingml/2006/main">
              <a:ext uri="{FF2B5EF4-FFF2-40B4-BE49-F238E27FC236}">
                <a16:creationId xmlns:a16="http://schemas.microsoft.com/office/drawing/2014/main" id="{72970C16-EAFD-4E7B-BA53-27E52A64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2867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FFFF"/>
              </a:gs>
              <a:gs pos="58000">
                <a:srgbClr val="FFFFFF">
                  <a:alpha val="98000"/>
                </a:srgbClr>
              </a:gs>
              <a:gs pos="78000">
                <a:srgbClr val="FFFFFF">
                  <a:alpha val="7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bottom-blue-accent">
            <a:extLst xmlns:a="http://schemas.openxmlformats.org/drawingml/2006/main">
              <a:ext uri="{FF2B5EF4-FFF2-40B4-BE49-F238E27FC236}">
                <a16:creationId xmlns:a16="http://schemas.microsoft.com/office/drawing/2014/main" id="{EF3CE949-8B9B-46CE-9BD9-EB7FF579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91300"/>
            <a:ext cx="12192000" cy="2667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957"/>
              </a:gs>
              <a:gs pos="50000">
                <a:srgbClr val="1238C8"/>
              </a:gs>
              <a:gs pos="100000">
                <a:srgbClr val="06B6D4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program-eyebrow">
            <a:extLst xmlns:a="http://schemas.openxmlformats.org/drawingml/2006/main">
              <a:ext uri="{FF2B5EF4-FFF2-40B4-BE49-F238E27FC236}">
                <a16:creationId xmlns:a16="http://schemas.microsoft.com/office/drawing/2014/main" id="{718DEC17-B537-4BFD-A2CF-C8D16DE8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rPr>
              <a:t>物理AI · 巡逻安防机器人</a:t>
            </a:r>
          </a:p>
        </p:txBody>
      </p:sp>
      <p:sp>
        <p:nvSpPr>
          <p:cNvPr id="5" name="main-title">
            <a:extLst xmlns:a="http://schemas.openxmlformats.org/drawingml/2006/main">
              <a:ext uri="{FF2B5EF4-FFF2-40B4-BE49-F238E27FC236}">
                <a16:creationId xmlns:a16="http://schemas.microsoft.com/office/drawing/2014/main" id="{7AE07AB0-4576-4231-9F3B-E9A85DCB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90600"/>
            <a:ext cx="65722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0613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061330"/>
                </a:solidFill>
                <a:latin typeface="Microsoft YaHei"/>
                <a:ea typeface="Microsoft YaHei"/>
                <a:cs typeface="Microsoft YaHei"/>
              </a:rPr>
              <a:t>AI时代的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0613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061330"/>
                </a:solidFill>
                <a:latin typeface="Microsoft YaHei"/>
                <a:ea typeface="Microsoft YaHei"/>
                <a:cs typeface="Microsoft YaHei"/>
              </a:rPr>
              <a:t>巡逻安防机器人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0613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061330"/>
                </a:solidFill>
                <a:latin typeface="Microsoft YaHei"/>
                <a:ea typeface="Microsoft YaHei"/>
                <a:cs typeface="Microsoft YaHei"/>
              </a:rPr>
              <a:t>目标：行业第一</a:t>
            </a:r>
          </a:p>
        </p:txBody>
      </p:sp>
      <p:sp>
        <p:nvSpPr>
          <p:cNvPr id="6" name="person-line">
            <a:extLst xmlns:a="http://schemas.openxmlformats.org/drawingml/2006/main">
              <a:ext uri="{FF2B5EF4-FFF2-40B4-BE49-F238E27FC236}">
                <a16:creationId xmlns:a16="http://schemas.microsoft.com/office/drawing/2014/main" id="{7DB15EEE-AB82-4AF4-8C14-A8091FE0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0C2A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C2A78"/>
                </a:solidFill>
                <a:latin typeface="Malgun Gothic"/>
                <a:ea typeface="Malgun Gothic"/>
                <a:cs typeface="Malgun Gothic"/>
              </a:rPr>
              <a:t>Dr. 권성호 (QUAN CHENGHAO)  |  Dogu Robotics · Dogu X</a:t>
            </a:r>
          </a:p>
        </p:txBody>
      </p:sp>
      <p:sp>
        <p:nvSpPr>
          <p:cNvPr id="7" name="short-intro">
            <a:extLst xmlns:a="http://schemas.openxmlformats.org/drawingml/2006/main">
              <a:ext uri="{FF2B5EF4-FFF2-40B4-BE49-F238E27FC236}">
                <a16:creationId xmlns:a16="http://schemas.microsoft.com/office/drawing/2014/main" id="{F8A86064-24B7-4293-86E3-0189A1FE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3142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14260"/>
                </a:solidFill>
                <a:latin typeface="Microsoft YaHei"/>
                <a:ea typeface="Microsoft YaHei"/>
                <a:cs typeface="Microsoft YaHei"/>
              </a:rPr>
              <a:t>2020年加入Dogu Robotics，历任软件与研发负责人、CTO，自2026年初起领导Dogu X团队。</a:t>
            </a:r>
          </a:p>
        </p:txBody>
      </p:sp>
      <p:sp>
        <p:nvSpPr>
          <p:cNvPr id="8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521A37B-9F94-4D94-89C2-8A8C3687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B8C7E6"/>
            </a:solidFill>
            <a:prstDash val="solid"/>
          </a:ln>
        </p:spPr>
      </p:sp>
      <p:sp>
        <p:nvSpPr>
          <p:cNvPr id="9" name="label-현재">
            <a:extLst xmlns:a="http://schemas.openxmlformats.org/drawingml/2006/main">
              <a:ext uri="{FF2B5EF4-FFF2-40B4-BE49-F238E27FC236}">
                <a16:creationId xmlns:a16="http://schemas.microsoft.com/office/drawing/2014/main" id="{7116FCD2-27B1-410F-A71C-089BF4C7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rPr>
              <a:t>目前</a:t>
            </a:r>
          </a:p>
        </p:txBody>
      </p:sp>
      <p:sp>
        <p:nvSpPr>
          <p:cNvPr id="10" name="value-현재">
            <a:extLst xmlns:a="http://schemas.openxmlformats.org/drawingml/2006/main">
              <a:ext uri="{FF2B5EF4-FFF2-40B4-BE49-F238E27FC236}">
                <a16:creationId xmlns:a16="http://schemas.microsoft.com/office/drawing/2014/main" id="{0AA4DFD5-3B5C-4137-9CF4-5A78127A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3862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rPr>
              <a:t>四足四轮机器人、机械臂、巡逻安防机器人与监控调度服务</a:t>
            </a:r>
          </a:p>
        </p:txBody>
      </p:sp>
      <p:sp>
        <p:nvSpPr>
          <p:cNvPr id="11" name="label-운영">
            <a:extLst xmlns:a="http://schemas.openxmlformats.org/drawingml/2006/main">
              <a:ext uri="{FF2B5EF4-FFF2-40B4-BE49-F238E27FC236}">
                <a16:creationId xmlns:a16="http://schemas.microsoft.com/office/drawing/2014/main" id="{0DC02289-FD66-485B-AB75-181F27F7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rPr>
              <a:t>运营</a:t>
            </a:r>
          </a:p>
        </p:txBody>
      </p:sp>
      <p:sp>
        <p:nvSpPr>
          <p:cNvPr id="12" name="value-운영">
            <a:extLst xmlns:a="http://schemas.openxmlformats.org/drawingml/2006/main">
              <a:ext uri="{FF2B5EF4-FFF2-40B4-BE49-F238E27FC236}">
                <a16:creationId xmlns:a16="http://schemas.microsoft.com/office/drawing/2014/main" id="{65549345-C929-49B3-BFB3-2B59D6D6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63867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rPr>
              <a:t>在韩国各地实际运营130台机器人，积累现场部署经验</a:t>
            </a:r>
          </a:p>
        </p:txBody>
      </p:sp>
      <p:sp>
        <p:nvSpPr>
          <p:cNvPr id="13" name="label-학습">
            <a:extLst xmlns:a="http://schemas.openxmlformats.org/drawingml/2006/main">
              <a:ext uri="{FF2B5EF4-FFF2-40B4-BE49-F238E27FC236}">
                <a16:creationId xmlns:a16="http://schemas.microsoft.com/office/drawing/2014/main" id="{36D9C36E-E19C-4118-820D-BD3F96CA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rPr>
              <a:t>学习</a:t>
            </a:r>
          </a:p>
        </p:txBody>
      </p:sp>
      <p:sp>
        <p:nvSpPr>
          <p:cNvPr id="14" name="value-학습">
            <a:extLst xmlns:a="http://schemas.openxmlformats.org/drawingml/2006/main">
              <a:ext uri="{FF2B5EF4-FFF2-40B4-BE49-F238E27FC236}">
                <a16:creationId xmlns:a16="http://schemas.microsoft.com/office/drawing/2014/main" id="{1F60B451-B4A8-48B3-8AC3-D9FB30A8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3872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rPr>
              <a:t>VLM/VLA、强化学习、机器人智能与安防领域的物理AI</a:t>
            </a:r>
          </a:p>
        </p:txBody>
      </p:sp>
      <p:sp>
        <p:nvSpPr>
          <p:cNvPr id="15" name="label-공유">
            <a:extLst xmlns:a="http://schemas.openxmlformats.org/drawingml/2006/main">
              <a:ext uri="{FF2B5EF4-FFF2-40B4-BE49-F238E27FC236}">
                <a16:creationId xmlns:a16="http://schemas.microsoft.com/office/drawing/2014/main" id="{6C7F86D1-4556-40EB-88E7-67EF1B0A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238C8"/>
                </a:solidFill>
                <a:latin typeface="Microsoft YaHei"/>
                <a:ea typeface="Microsoft YaHei"/>
                <a:cs typeface="Microsoft YaHei"/>
              </a:rPr>
              <a:t>分享</a:t>
            </a:r>
          </a:p>
        </p:txBody>
      </p:sp>
      <p:sp>
        <p:nvSpPr>
          <p:cNvPr id="16" name="value-공유">
            <a:extLst xmlns:a="http://schemas.openxmlformats.org/drawingml/2006/main">
              <a:ext uri="{FF2B5EF4-FFF2-40B4-BE49-F238E27FC236}">
                <a16:creationId xmlns:a16="http://schemas.microsoft.com/office/drawing/2014/main" id="{D8F54508-BD51-4758-9CD3-90FF2DD1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3877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B2B4D"/>
                </a:solidFill>
                <a:latin typeface="Microsoft YaHei"/>
                <a:ea typeface="Microsoft YaHei"/>
                <a:cs typeface="Microsoft YaHei"/>
              </a:rPr>
              <a:t>交流机器人运营经验，共同探索并验证巡逻安防新场景</a:t>
            </a:r>
          </a:p>
        </p:txBody>
      </p:sp>
      <p:sp>
        <p:nvSpPr>
          <p:cNvPr id="17" name="goal-callout">
            <a:extLst xmlns:a="http://schemas.openxmlformats.org/drawingml/2006/main">
              <a:ext uri="{FF2B5EF4-FFF2-40B4-BE49-F238E27FC236}">
                <a16:creationId xmlns:a16="http://schemas.microsoft.com/office/drawing/2014/main" id="{4746266F-4879-47C3-BDCA-5126763D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5905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1957"/>
          </a:solidFill>
          <a:ln xmlns:a="http://schemas.openxmlformats.org/drawingml/2006/main" w="0">
            <a:solidFill>
              <a:srgbClr val="071957"/>
            </a:solidFill>
            <a:prstDash val="solid"/>
          </a:ln>
        </p:spPr>
      </p:sp>
      <p:sp>
        <p:nvSpPr>
          <p:cNvPr id="18" name="goal-copy">
            <a:extLst xmlns:a="http://schemas.openxmlformats.org/drawingml/2006/main">
              <a:ext uri="{FF2B5EF4-FFF2-40B4-BE49-F238E27FC236}">
                <a16:creationId xmlns:a16="http://schemas.microsoft.com/office/drawing/2014/main" id="{C9D9CF6C-069E-4A35-9BE6-2EBA4DCC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34100"/>
            <a:ext cx="552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持续学习与实验，推动巡逻安防机器人的发展。</a:t>
            </a:r>
          </a:p>
        </p:txBody>
      </p:sp>
      <p:sp>
        <p:nvSpPr>
          <p:cNvPr id="19" name="qr-white-frame">
            <a:extLst xmlns:a="http://schemas.openxmlformats.org/drawingml/2006/main">
              <a:ext uri="{FF2B5EF4-FFF2-40B4-BE49-F238E27FC236}">
                <a16:creationId xmlns:a16="http://schemas.microsoft.com/office/drawing/2014/main" id="{69063B68-F8F5-4E95-B013-A5E1F210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724400"/>
            <a:ext cx="1352550" cy="15811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1430">
            <a:solidFill>
              <a:srgbClr val="D8E3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12d17cab44411"/>
          <a:stretch xmlns:a="http://schemas.openxmlformats.org/drawingml/2006/main"/>
        </p:blipFill>
        <p:spPr>
          <a:xfrm xmlns:a="http://schemas.openxmlformats.org/drawingml/2006/main">
            <a:off x="10306050" y="4838700"/>
            <a:ext cx="1085850" cy="1085850"/>
          </a:xfrm>
          <a:prstGeom xmlns:a="http://schemas.openxmlformats.org/drawingml/2006/main" prst="rect">
            <a:avLst/>
          </a:prstGeom>
        </p:spPr>
      </p:pic>
      <p:sp>
        <p:nvSpPr>
          <p:cNvPr id="21" name="qr-caption">
            <a:extLst xmlns:a="http://schemas.openxmlformats.org/drawingml/2006/main">
              <a:ext uri="{FF2B5EF4-FFF2-40B4-BE49-F238E27FC236}">
                <a16:creationId xmlns:a16="http://schemas.microsoft.com/office/drawing/2014/main" id="{B5847CE7-67CE-4D94-9A17-B6004789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599122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081A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081A4F"/>
                </a:solidFill>
                <a:latin typeface="Microsoft YaHei"/>
                <a:ea typeface="Microsoft YaHei"/>
                <a:cs typeface="Microsoft YaHei"/>
              </a:rPr>
              <a:t>详细介绍 / 联系</a:t>
            </a:r>
          </a:p>
        </p:txBody>
      </p:sp>
      <p:sp>
        <p:nvSpPr>
          <p:cNvPr id="22" name="qr-url">
            <a:extLst xmlns:a="http://schemas.openxmlformats.org/drawingml/2006/main">
              <a:ext uri="{FF2B5EF4-FFF2-40B4-BE49-F238E27FC236}">
                <a16:creationId xmlns:a16="http://schemas.microsoft.com/office/drawing/2014/main" id="{185C8393-1518-4F8D-96B6-FE6D3980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6172200"/>
            <a:ext cx="133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638" b="0">
                <a:solidFill>
                  <a:srgbClr val="4D607D"/>
                </a:solidFill>
                <a:latin typeface="Malgun Gothic"/>
                <a:ea typeface="Malgun Gothic"/>
                <a:cs typeface="Malgun Gothic"/>
              </a:defRPr>
            </a:pPr>
            <a:r>
              <a:rPr sz="638" b="0">
                <a:solidFill>
                  <a:srgbClr val="4D607D"/>
                </a:solidFill>
                <a:latin typeface="Malgun Gothic"/>
                <a:ea typeface="Malgun Gothic"/>
                <a:cs typeface="Malgun Gothic"/>
              </a:rPr>
              <a:t>github.io/CHENGHAO-QUAN</a:t>
            </a:r>
          </a:p>
        </p:txBody>
      </p:sp>
    </p:spTree>
    <p:extLst>
      <p:ext uri="{BB962C8B-B14F-4D97-AF65-F5344CB8AC3E}">
        <p14:creationId xmlns:p14="http://schemas.microsoft.com/office/powerpoint/2010/main" val="21388453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2026-09-11T02:38:57.7430000Z</dcterms:created>
  <dcterms:modified xsi:type="dcterms:W3CDTF">2026-09-11T02:38:57.7430000Z</dcterms:modified>
</coreProperties>
</file>