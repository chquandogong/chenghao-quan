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a7aa5446c6498e" /><Relationship Type="http://schemas.openxmlformats.org/officeDocument/2006/relationships/extended-properties" Target="/docProps/app.xml" Id="R9de6fc806bb84afb" /><Relationship Type="http://schemas.openxmlformats.org/officeDocument/2006/relationships/officeDocument" Target="/ppt/presentation.xml" Id="R0265f1f3aaf0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fcaf14d48e435d"/>
  </p:sldMasterIdLst>
  <p:notesMasterIdLst>
    <p:notesMasterId xmlns:r="http://schemas.openxmlformats.org/officeDocument/2006/relationships" r:id="R00839e47235844e1"/>
  </p:notesMasterIdLst>
  <p:sldIdLst>
    <p:sldId xmlns:r="http://schemas.openxmlformats.org/officeDocument/2006/relationships" id="256" r:id="R0aa9320095624d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d0c8c71a734a25" /><Relationship Type="http://schemas.openxmlformats.org/officeDocument/2006/relationships/slideMaster" Target="/ppt/slideMasters/slideMaster1.xml" Id="Ra1fcaf14d48e435d" /><Relationship Type="http://schemas.openxmlformats.org/officeDocument/2006/relationships/notesMaster" Target="/ppt/notesMasters/notesMaster1.xml" Id="R00839e47235844e1" /><Relationship Type="http://schemas.openxmlformats.org/officeDocument/2006/relationships/presProps" Target="/ppt/presProps.xml" Id="Re366473f68fc40ea" /><Relationship Type="http://schemas.openxmlformats.org/officeDocument/2006/relationships/tableStyles" Target="/ppt/tableStyles.xml" Id="R8ec4fb6c17d647dc" /><Relationship Type="http://schemas.openxmlformats.org/officeDocument/2006/relationships/slide" Target="/ppt/slides/slide1.xml" Id="R0aa932009562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688e58263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05940570914054" /><Relationship Type="http://schemas.openxmlformats.org/officeDocument/2006/relationships/notesMaster" Target="/ppt/notesMasters/notesMaster1.xml" Id="Reb61505c65df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大家好，我是Dr. QUAN CHENGHAO，韩文姓名是권성호。此前，我一直在大学和研究机构从事研发工作。出于对激光雷达的兴趣，我于2020年加入Dogu Robotics，先后在软件团队、软件事业部任职，并担任开发实验室负责人、研究所所长及CTO。自2026年初起，我创建并领导以Google X为参考的Dogu X团队。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过去，我持续主导轮式巡逻安防机器人及监控调度服务的研发，并积累了在韩国各地实际运营130台机器人的经验。目前，我重点探索四足四轮机器人与机械臂的物理AI应用。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我认为，AI不仅正在改变软件开发方式，也将深刻改变物理安防的运营模式。为了积极参与这一转变，我正在探索VLM/VLA、强化学习与机器人智能，关注如何将新技术用于解决真实场景中的问题。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分享机器人部署和运营中的经验与教训，与不同领域的伙伴一起讨论并验证新的巡逻安防应用场景。我的目标是成为巡逻安防机器人领域的第一。欢迎扫描二维码，随时与我交流机器人运营或合作想法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Profile: https://chquandogong.github.io/CHENGHAO-QUAN/?lang=zh</a:t>
            </a:r>
          </a:p>
          <a:p xmlns:a="http://schemas.openxmlformats.org/drawingml/2006/main">
            <a:r>
              <a:t>LinkedIn: https://www.linkedin.com/in/chenghao-quan/</a:t>
            </a:r>
          </a:p>
          <a:p xmlns:a="http://schemas.openxmlformats.org/drawingml/2006/main">
            <a:r>
              <a:t>Company: https://www.dogurobotics.com/</a:t>
            </a:r>
          </a:p>
          <a:p xmlns:a="http://schemas.openxmlformats.org/drawingml/2006/main">
            <a:r>
              <a:t>Biography and operating figures supplied by the presenter. Brand illustration: Nuri, the approved AI-generated cloud-fox companion. Original illustration reused without redesign.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f1934183d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0b30becbe240fc" /><Relationship Type="http://schemas.openxmlformats.org/officeDocument/2006/relationships/slideLayout" Target="/ppt/slideLayouts/slideLayout1.xml" Id="R03db6c5e34d543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db6c5e34d543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0bc0520cb4adc" /><Relationship Type="http://schemas.openxmlformats.org/officeDocument/2006/relationships/image" Target="/ppt/media/image.png" Id="Ra38cf2d47c804987" /><Relationship Type="http://schemas.openxmlformats.org/officeDocument/2006/relationships/image" Target="/ppt/media/image2.png" Id="Re4d1cd382a904195" /><Relationship Type="http://schemas.openxmlformats.org/officeDocument/2006/relationships/notesSlide" Target="/ppt/notesSlides/notesSlide1.xml" Id="R0cfc66f9bb69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rogram-eyebrow">
            <a:extLst xmlns:a="http://schemas.openxmlformats.org/drawingml/2006/main">
              <a:ext uri="{FF2B5EF4-FFF2-40B4-BE49-F238E27FC236}">
                <a16:creationId xmlns:a16="http://schemas.microsoft.com/office/drawing/2014/main" id="{718DEC17-B537-4BFD-A2CF-C8D16DE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物理AI · 巡逻安防机器人</a:t>
            </a:r>
          </a:p>
        </p:txBody>
      </p:sp>
      <p:sp>
        <p:nvSpPr>
          <p:cNvPr id="5" name="main-title">
            <a:extLst xmlns:a="http://schemas.openxmlformats.org/drawingml/2006/main">
              <a:ext uri="{FF2B5EF4-FFF2-40B4-BE49-F238E27FC236}">
                <a16:creationId xmlns:a16="http://schemas.microsoft.com/office/drawing/2014/main" id="{7AE07AB0-4576-4231-9F3B-E9A85DCB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QUAN CHENGHAO</a:t>
            </a:r>
          </a:p>
        </p:txBody>
      </p:sp>
      <p:sp>
        <p:nvSpPr>
          <p:cNvPr id="6" name="person-line">
            <a:extLst xmlns:a="http://schemas.openxmlformats.org/drawingml/2006/main">
              <a:ext uri="{FF2B5EF4-FFF2-40B4-BE49-F238E27FC236}">
                <a16:creationId xmlns:a16="http://schemas.microsoft.com/office/drawing/2014/main" id="{7DB15EEE-AB82-4AF4-8C14-A8091FE0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Dogu Robotics · Dogu X</a:t>
            </a:r>
          </a:p>
        </p:txBody>
      </p:sp>
      <p:sp>
        <p:nvSpPr>
          <p:cNvPr id="7" name="short-intro">
            <a:extLst xmlns:a="http://schemas.openxmlformats.org/drawingml/2006/main">
              <a:ext uri="{FF2B5EF4-FFF2-40B4-BE49-F238E27FC236}">
                <a16:creationId xmlns:a16="http://schemas.microsoft.com/office/drawing/2014/main" id="{F8A86064-24B7-4293-86E3-0189A1F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2020年加入Dogu Robotics，历任软件与研发负责人、CTO，自2026年初起领导Dogu X团队。</a:t>
            </a:r>
          </a:p>
        </p:txBody>
      </p:sp>
      <p:sp>
        <p:nvSpPr>
          <p:cNvPr id="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521A37B-9F94-4D94-89C2-8A8C368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BC6D6"/>
            </a:solidFill>
            <a:prstDash val="solid"/>
          </a:ln>
        </p:spPr>
      </p:sp>
      <p:sp>
        <p:nvSpPr>
          <p:cNvPr id="9" name="label-현재">
            <a:extLst xmlns:a="http://schemas.openxmlformats.org/drawingml/2006/main">
              <a:ext uri="{FF2B5EF4-FFF2-40B4-BE49-F238E27FC236}">
                <a16:creationId xmlns:a16="http://schemas.microsoft.com/office/drawing/2014/main" id="{7116FCD2-27B1-410F-A71C-089BF4C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904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目前</a:t>
            </a:r>
          </a:p>
        </p:txBody>
      </p:sp>
      <p:sp>
        <p:nvSpPr>
          <p:cNvPr id="10" name="value-현재">
            <a:extLst xmlns:a="http://schemas.openxmlformats.org/drawingml/2006/main">
              <a:ext uri="{FF2B5EF4-FFF2-40B4-BE49-F238E27FC236}">
                <a16:creationId xmlns:a16="http://schemas.microsoft.com/office/drawing/2014/main" id="{0AA4DFD5-3B5C-4137-9CF4-5A78127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14750"/>
            <a:ext cx="675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四足四轮机器人、机械臂、巡逻安防机器人与监控调度服务</a:t>
            </a:r>
          </a:p>
        </p:txBody>
      </p:sp>
      <p:sp>
        <p:nvSpPr>
          <p:cNvPr id="11" name="label-운영">
            <a:extLst xmlns:a="http://schemas.openxmlformats.org/drawingml/2006/main">
              <a:ext uri="{FF2B5EF4-FFF2-40B4-BE49-F238E27FC236}">
                <a16:creationId xmlns:a16="http://schemas.microsoft.com/office/drawing/2014/main" id="{0DC02289-FD66-485B-AB75-181F27F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04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12" name="value-운영">
            <a:extLst xmlns:a="http://schemas.openxmlformats.org/drawingml/2006/main">
              <a:ext uri="{FF2B5EF4-FFF2-40B4-BE49-F238E27FC236}">
                <a16:creationId xmlns:a16="http://schemas.microsoft.com/office/drawing/2014/main" id="{65549345-C929-49B3-BFB3-2B59D6D6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62425"/>
            <a:ext cx="675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在韩国各地实际运营130台机器人，积累现场部署经验</a:t>
            </a:r>
          </a:p>
        </p:txBody>
      </p:sp>
      <p:sp>
        <p:nvSpPr>
          <p:cNvPr id="13" name="label-학습">
            <a:extLst xmlns:a="http://schemas.openxmlformats.org/drawingml/2006/main">
              <a:ext uri="{FF2B5EF4-FFF2-40B4-BE49-F238E27FC236}">
                <a16:creationId xmlns:a16="http://schemas.microsoft.com/office/drawing/2014/main" id="{36D9C36E-E19C-4118-820D-BD3F96C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904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14" name="value-학습">
            <a:extLst xmlns:a="http://schemas.openxmlformats.org/drawingml/2006/main">
              <a:ext uri="{FF2B5EF4-FFF2-40B4-BE49-F238E27FC236}">
                <a16:creationId xmlns:a16="http://schemas.microsoft.com/office/drawing/2014/main" id="{1F60B451-B4A8-48B3-8AC3-D9FB30A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610100"/>
            <a:ext cx="675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VLM/VLA、强化学习、机器人智能与安防领域的物理AI</a:t>
            </a:r>
          </a:p>
        </p:txBody>
      </p:sp>
      <p:sp>
        <p:nvSpPr>
          <p:cNvPr id="15" name="label-공유">
            <a:extLst xmlns:a="http://schemas.openxmlformats.org/drawingml/2006/main">
              <a:ext uri="{FF2B5EF4-FFF2-40B4-BE49-F238E27FC236}">
                <a16:creationId xmlns:a16="http://schemas.microsoft.com/office/drawing/2014/main" id="{6C7F86D1-4556-40EB-88E7-67EF1B0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904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</p:txBody>
      </p:sp>
      <p:sp>
        <p:nvSpPr>
          <p:cNvPr id="16" name="value-공유">
            <a:extLst xmlns:a="http://schemas.openxmlformats.org/drawingml/2006/main">
              <a:ext uri="{FF2B5EF4-FFF2-40B4-BE49-F238E27FC236}">
                <a16:creationId xmlns:a16="http://schemas.microsoft.com/office/drawing/2014/main" id="{D8F54508-BD51-4758-9CD3-90FF2DD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057775"/>
            <a:ext cx="675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交流机器人运营经验，共同探索并验证巡逻安防新场景</a:t>
            </a:r>
          </a:p>
        </p:txBody>
      </p:sp>
      <p:sp>
        <p:nvSpPr>
          <p:cNvPr id="18" name="goal-copy">
            <a:extLst xmlns:a="http://schemas.openxmlformats.org/drawingml/2006/main">
              <a:ext uri="{FF2B5EF4-FFF2-40B4-BE49-F238E27FC236}">
                <a16:creationId xmlns:a16="http://schemas.microsoft.com/office/drawing/2014/main" id="{C9D9CF6C-069E-4A35-9BE6-2EBA4DC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持续学习与实验，推动巡逻安防机器人的发展。</a:t>
            </a:r>
          </a:p>
        </p:txBody>
      </p:sp>
      <p:sp>
        <p:nvSpPr>
          <p:cNvPr id="19" name="qr-white-frame">
            <a:extLst xmlns:a="http://schemas.openxmlformats.org/drawingml/2006/main">
              <a:ext uri="{FF2B5EF4-FFF2-40B4-BE49-F238E27FC236}">
                <a16:creationId xmlns:a16="http://schemas.microsoft.com/office/drawing/2014/main" id="{69063B68-F8F5-4E95-B013-A5E1F210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562475"/>
            <a:ext cx="1504950" cy="1504950"/>
          </a:xfrm>
          <a:prstGeom xmlns:a="http://schemas.openxmlformats.org/drawingml/2006/main" prst="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F4BCE3-4DF8-4FEE-82F4-20D08E656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cf2d47c804987"/>
          <a:stretch xmlns:a="http://schemas.openxmlformats.org/drawingml/2006/main"/>
        </p:blipFill>
        <p:spPr>
          <a:xfrm xmlns:a="http://schemas.openxmlformats.org/drawingml/2006/main">
            <a:off x="9601200" y="4667250"/>
            <a:ext cx="1295400" cy="1295400"/>
          </a:xfrm>
          <a:prstGeom xmlns:a="http://schemas.openxmlformats.org/drawingml/2006/main" prst="rect">
            <a:avLst/>
          </a:prstGeom>
        </p:spPr>
      </p:pic>
      <p:sp>
        <p:nvSpPr>
          <p:cNvPr id="21" name="qr-caption">
            <a:extLst xmlns:a="http://schemas.openxmlformats.org/drawingml/2006/main">
              <a:ext uri="{FF2B5EF4-FFF2-40B4-BE49-F238E27FC236}">
                <a16:creationId xmlns:a16="http://schemas.microsoft.com/office/drawing/2014/main" id="{B5847CE7-67CE-4D94-9A17-B600478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1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详细介绍 / 联系</a:t>
            </a:r>
          </a:p>
        </p:txBody>
      </p:sp>
      <p:sp>
        <p:nvSpPr>
          <p:cNvPr id="22" name="qr-url">
            <a:extLst xmlns:a="http://schemas.openxmlformats.org/drawingml/2006/main">
              <a:ext uri="{FF2B5EF4-FFF2-40B4-BE49-F238E27FC236}">
                <a16:creationId xmlns:a16="http://schemas.microsoft.com/office/drawing/2014/main" id="{185C8393-1518-4F8D-96B6-FE6D398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381750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github.io/CHENGHAO-QUAN</a:t>
            </a:r>
          </a:p>
        </p:txBody>
      </p:sp>
      <p:sp>
        <p:nvSpPr>
          <p:cNvPr id="45" name="approved-brand-line">
            <a:extLst xmlns:a="http://schemas.openxmlformats.org/drawingml/2006/main">
              <a:ext uri="{FF2B5EF4-FFF2-40B4-BE49-F238E27FC236}">
                <a16:creationId xmlns:a16="http://schemas.microsoft.com/office/drawing/2014/main" id="{379F6A3B-E777-4C30-BA20-33E761D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从好奇出发，让系统真正运转。</a:t>
            </a:r>
          </a:p>
        </p:txBody>
      </p:sp>
      <p:sp>
        <p:nvSpPr>
          <p:cNvPr id="46" name="original-ambition">
            <a:extLst xmlns:a="http://schemas.openxmlformats.org/drawingml/2006/main">
              <a:ext uri="{FF2B5EF4-FFF2-40B4-BE49-F238E27FC236}">
                <a16:creationId xmlns:a16="http://schemas.microsoft.com/office/drawing/2014/main" id="{D22EA421-D4C8-4C90-BB5B-4D96F10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6D8"/>
                </a:solidFill>
                <a:latin typeface="Microsoft YaHei"/>
                <a:ea typeface="Microsoft YaHei"/>
                <a:cs typeface="Microsoft YaHei"/>
              </a:rPr>
              <a:t>AI时代的 巡逻安防机器人 目标：行业第一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AEC340-C559-4394-81EB-DCFFD17BF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1cd382a904195"/>
          <a:stretch xmlns:a="http://schemas.openxmlformats.org/drawingml/2006/main"/>
        </p:blipFill>
        <p:spPr>
          <a:xfrm xmlns:a="http://schemas.openxmlformats.org/drawingml/2006/main">
            <a:off x="8867775" y="577045"/>
            <a:ext cx="2743200" cy="2884510"/>
          </a:xfrm>
          <a:prstGeom xmlns:a="http://schemas.openxmlformats.org/drawingml/2006/main" prst="rect">
            <a:avLst/>
          </a:prstGeom>
        </p:spPr>
      </p:pic>
      <p:sp>
        <p:nvSpPr>
          <p:cNvPr id="48" name="nuri-caption">
            <a:extLst xmlns:a="http://schemas.openxmlformats.org/drawingml/2006/main">
              <a:ext uri="{FF2B5EF4-FFF2-40B4-BE49-F238E27FC236}">
                <a16:creationId xmlns:a16="http://schemas.microsoft.com/office/drawing/2014/main" id="{5A5D722E-5A2A-404E-A47E-753A2AB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7187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Nuri</a:t>
            </a:r>
          </a:p>
        </p:txBody>
      </p:sp>
      <p:sp>
        <p:nvSpPr>
          <p:cNvPr id="49" name="community-caption">
            <a:extLst xmlns:a="http://schemas.openxmlformats.org/drawingml/2006/main">
              <a:ext uri="{FF2B5EF4-FFF2-40B4-BE49-F238E27FC236}">
                <a16:creationId xmlns:a16="http://schemas.microsoft.com/office/drawing/2014/main" id="{6A1A0036-0991-4461-95E5-376F0DF9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Community: SUNSHINE STUDIO</a:t>
            </a:r>
          </a:p>
        </p:txBody>
      </p:sp>
      <p:sp>
        <p:nvSpPr>
          <p:cNvPr id="50" name="korean-name-line">
            <a:extLst xmlns:a="http://schemas.openxmlformats.org/drawingml/2006/main">
              <a:ext uri="{FF2B5EF4-FFF2-40B4-BE49-F238E27FC236}">
                <a16:creationId xmlns:a16="http://schemas.microsoft.com/office/drawing/2014/main" id="{A5E4C812-6D61-49AF-9A28-81D95C98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권성호 · Ph.D.</a:t>
            </a:r>
          </a:p>
        </p:txBody>
      </p:sp>
    </p:spTree>
    <p:extLst>
      <p:ext uri="{BB962C8B-B14F-4D97-AF65-F5344CB8AC3E}">
        <p14:creationId xmlns:p14="http://schemas.microsoft.com/office/powerpoint/2010/main" val="213884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2026-10-23T04:41:07.3650000Z</dcterms:created>
  <dcterms:modified xsi:type="dcterms:W3CDTF">2026-10-23T04:41:07.3650000Z</dcterms:modified>
</coreProperties>
</file>